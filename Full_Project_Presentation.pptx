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Medical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Intelligent Healthcare Triage Platform</a:t>
            </a:r>
          </a:p>
          <a:p>
            <a:r>
              <a:t>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Problem: Long wait times for basic medical consultations.</a:t>
            </a:r>
          </a:p>
          <a:p>
            <a:pPr>
              <a:defRPr sz="2200"/>
            </a:pPr>
            <a:r>
              <a:t>Problem: Online self-diagnosis often leads to 'cyberchondria'.</a:t>
            </a:r>
          </a:p>
          <a:p>
            <a:pPr>
              <a:defRPr sz="2200"/>
            </a:pPr>
            <a:r>
              <a:t>Solution: A smart, AI-driven assistant that understands natural language.</a:t>
            </a:r>
          </a:p>
          <a:p>
            <a:pPr>
              <a:defRPr sz="2200"/>
            </a:pPr>
            <a:r>
              <a:t>Goal: Provide immediate, safe, and preliminary symptom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Develop an intelligent chatbot for medical queries.</a:t>
            </a:r>
          </a:p>
          <a:p>
            <a:pPr>
              <a:defRPr sz="2200"/>
            </a:pPr>
            <a:r>
              <a:t>Implement a robust Microservices Architecture.</a:t>
            </a:r>
          </a:p>
          <a:p>
            <a:pPr>
              <a:defRPr sz="2200"/>
            </a:pPr>
            <a:r>
              <a:t>Ensure secure, low-latency communication between services.</a:t>
            </a:r>
          </a:p>
          <a:p>
            <a:pPr>
              <a:defRPr sz="2200"/>
            </a:pPr>
            <a:r>
              <a:t>Automate deployment using a robust CI/CD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React.js (Modern, responsive UI).</a:t>
            </a:r>
          </a:p>
          <a:p>
            <a:pPr>
              <a:defRPr sz="2200"/>
            </a:pPr>
            <a:r>
              <a:t>API Gateway: Node.js &amp; Express (Routing, Security).</a:t>
            </a:r>
          </a:p>
          <a:p>
            <a:pPr>
              <a:defRPr sz="2200"/>
            </a:pPr>
            <a:r>
              <a:t>AI Engine: Python &amp; FastAPI (Machine Learning Inference).</a:t>
            </a:r>
          </a:p>
          <a:p>
            <a:pPr>
              <a:defRPr sz="2200"/>
            </a:pPr>
            <a:r>
              <a:t>Decoupled microservices ensure independent scaling and fault tolerance.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User enters symptoms via the React web interface.</a:t>
            </a:r>
          </a:p>
          <a:p>
            <a:pPr>
              <a:defRPr sz="2200"/>
            </a:pPr>
            <a:r>
              <a:t>2. Node.js Gateway validates and securely routes the request.</a:t>
            </a:r>
          </a:p>
          <a:p>
            <a:pPr>
              <a:defRPr sz="2200"/>
            </a:pPr>
            <a:r>
              <a:t>3. Python Backend processes text using an NLP model.</a:t>
            </a:r>
          </a:p>
          <a:p>
            <a:pPr>
              <a:defRPr sz="2200"/>
            </a:pPr>
            <a:r>
              <a:t>4. AI cross-references data and generates medical advice.</a:t>
            </a:r>
          </a:p>
          <a:p>
            <a:pPr>
              <a:defRPr sz="2200"/>
            </a:pPr>
            <a:r>
              <a:t>5. Response is instantly relayed back to the user's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Containerization: Docker ensures consistent environments.</a:t>
            </a:r>
          </a:p>
          <a:p>
            <a:pPr>
              <a:defRPr sz="2200"/>
            </a:pPr>
            <a:r>
              <a:t>Orchestration: Docker Compose handles internal networking.</a:t>
            </a:r>
          </a:p>
          <a:p>
            <a:pPr>
              <a:defRPr sz="2200"/>
            </a:pPr>
            <a:r>
              <a:t>Continuous Integration: Jenkins automates building &amp; testing.</a:t>
            </a:r>
          </a:p>
          <a:p>
            <a:pPr>
              <a:defRPr sz="2200"/>
            </a:pPr>
            <a:r>
              <a:t>Pipeline: GitHub push triggers instant Jenkins builds.</a:t>
            </a:r>
          </a:p>
          <a:p>
            <a:pPr>
              <a:defRPr sz="2200"/>
            </a:pPr>
            <a:r>
              <a:t>Result: Zero 'works on my machine'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Successfully deployed multi-tier application.</a:t>
            </a:r>
          </a:p>
          <a:p>
            <a:pPr>
              <a:defRPr sz="2200"/>
            </a:pPr>
            <a:r>
              <a:t>Real-time processing of complex medical symptoms.</a:t>
            </a:r>
          </a:p>
          <a:p>
            <a:pPr>
              <a:defRPr sz="2200"/>
            </a:pPr>
            <a:r>
              <a:t>[Insert Screenshot of UI here]</a:t>
            </a:r>
          </a:p>
          <a:p>
            <a:pPr>
              <a:defRPr sz="2200"/>
            </a:pPr>
            <a:r>
              <a:t>[Insert Screenshot of Jenkins Success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EHR Integration: Connect to electronic health records (HL7/FHIR).</a:t>
            </a:r>
          </a:p>
          <a:p>
            <a:pPr>
              <a:defRPr sz="2200"/>
            </a:pPr>
            <a:r>
              <a:t>Multi-Modal AI: Analyze uploaded images (e.g., skin rashes).</a:t>
            </a:r>
          </a:p>
          <a:p>
            <a:pPr>
              <a:defRPr sz="2200"/>
            </a:pPr>
            <a:r>
              <a:t>Voice-to-Text: Improved accessibility for all users.</a:t>
            </a:r>
          </a:p>
          <a:p>
            <a:pPr>
              <a:defRPr sz="2200"/>
            </a:pPr>
            <a:r>
              <a:t>Cloud Native: Migrate to Kubernetes for auto-scaling.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Successfully bridged healthcare and modern AI tech.</a:t>
            </a:r>
          </a:p>
          <a:p>
            <a:pPr>
              <a:defRPr sz="2200"/>
            </a:pPr>
            <a:r>
              <a:t>Proven reliability through microservices and Docker.</a:t>
            </a:r>
          </a:p>
          <a:p>
            <a:pPr>
              <a:defRPr sz="2200"/>
            </a:pPr>
            <a:r>
              <a:t>A scalable foundation ready for future healthcare integrations.</a:t>
            </a:r>
          </a:p>
          <a:p>
            <a:pPr>
              <a:defRPr sz="2200"/>
            </a:pPr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